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828800" y="1325880"/>
            <a:ext cx="854964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C3667"/>
                </a:solidFill>
                <a:latin typeface="Aptos Display"/>
              </a:defRPr>
            </a:pPr>
            <a:r>
              <a:rPr lang="en-IN" dirty="0"/>
              <a:t>Fake News Detection System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2926080" y="2697480"/>
            <a:ext cx="6309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195BA0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9038" y="3429000"/>
            <a:ext cx="2589170" cy="9925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5BA0"/>
                </a:solidFill>
                <a:latin typeface="Aptos"/>
              </a:defRPr>
            </a:pPr>
            <a:r>
              <a:rPr dirty="0"/>
              <a:t>Submitted by:</a:t>
            </a:r>
          </a:p>
          <a:p>
            <a:pPr>
              <a:spcAft>
                <a:spcPts val="3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rPr lang="en-US" dirty="0"/>
              <a:t>2520030269 - Akshara</a:t>
            </a:r>
          </a:p>
          <a:p>
            <a:pPr>
              <a:spcAft>
                <a:spcPts val="300"/>
              </a:spcAft>
              <a:defRPr sz="1800">
                <a:solidFill>
                  <a:srgbClr val="1E2837"/>
                </a:solidFill>
                <a:latin typeface="Aptos"/>
              </a:defRPr>
            </a:pPr>
            <a:r>
              <a:rPr lang="en-US" dirty="0"/>
              <a:t>2520030591 - Sudeshna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0F26A2-AF75-97E2-0766-322D8C8E4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14400" y="2081947"/>
            <a:ext cx="10809514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Fake news refers to false or misleading information presented as news.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The rapid growth of online news platforms and social media has made the spread of fabricated information easier.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Identifying fake news manually can be difficult and time-consuming because fake and genuine articles can have similar writing styles.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The Fake News Detection System uses news headlines and article body text to classify articles as fake or genuine.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The system applies text preprocessing, TF-IDF feature extraction, and supervised machine learning algorithms for classification.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The project also studies the limitations of using linguistic features alone for determining whether news is factually true.</a:t>
            </a:r>
          </a:p>
          <a:p>
            <a:pPr lvl="0"/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C26166-5A47-A19C-CA2F-6FAD4796B3E6}"/>
              </a:ext>
            </a:extLst>
          </p:cNvPr>
          <p:cNvSpPr txBox="1"/>
          <p:nvPr/>
        </p:nvSpPr>
        <p:spPr>
          <a:xfrm>
            <a:off x="1016000" y="1359425"/>
            <a:ext cx="493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INTRODUCTION</a:t>
            </a:r>
            <a:endParaRPr lang="en-IN" sz="3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075C41-BB8F-0051-5A25-2D0D5B0D8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80720" y="1710131"/>
            <a:ext cx="8229600" cy="466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Fake news has become a major challenge with the rapid growth of online news platforms.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This project develops a machine learning system to classify news as Fake or Genuine.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The Kaggle Fake News and LIAR datasets are used for training and evaluation.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News headlines and body text are cleaned and </a:t>
            </a:r>
            <a:r>
              <a:rPr lang="en-IN" sz="2000" dirty="0" err="1"/>
              <a:t>preprocessed</a:t>
            </a:r>
            <a:r>
              <a:rPr lang="en-IN" sz="2000" dirty="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TF-IDF is used to convert textual data into numerical features.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Logistic Regression and Passive-Aggressive Classifier are used for classification.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Model performance is evaluated using Accuracy, Precision, Recall, F1-Score, and Confusion Matrix.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The project also highlights that linguistic cues alone cannot guarantee the factual truth of news.</a:t>
            </a:r>
          </a:p>
          <a:p>
            <a:pPr>
              <a:spcAft>
                <a:spcPts val="1200"/>
              </a:spcAft>
              <a:defRPr sz="1700">
                <a:solidFill>
                  <a:srgbClr val="1E2837"/>
                </a:solidFill>
                <a:latin typeface="Aptos"/>
              </a:defRPr>
            </a:pP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9641840" y="1737360"/>
            <a:ext cx="2194560" cy="3383280"/>
          </a:xfrm>
          <a:prstGeom prst="roundRect">
            <a:avLst/>
          </a:prstGeom>
          <a:solidFill>
            <a:srgbClr val="F5F8FC"/>
          </a:solidFill>
          <a:ln>
            <a:solidFill>
              <a:srgbClr val="19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C3667"/>
                </a:solidFill>
              </a:defRPr>
            </a:pPr>
            <a:r>
              <a:rPr lang="en-IN" dirty="0"/>
              <a:t>NEWS ARTICLE</a:t>
            </a:r>
          </a:p>
          <a:p>
            <a:pPr algn="ctr">
              <a:defRPr sz="1700" b="1">
                <a:solidFill>
                  <a:srgbClr val="0C3667"/>
                </a:solidFill>
              </a:defRPr>
            </a:pPr>
            <a:r>
              <a:rPr lang="en-IN" dirty="0"/>
              <a:t>      ↓</a:t>
            </a:r>
          </a:p>
          <a:p>
            <a:pPr algn="ctr">
              <a:defRPr sz="1700" b="1">
                <a:solidFill>
                  <a:srgbClr val="0C3667"/>
                </a:solidFill>
              </a:defRPr>
            </a:pPr>
            <a:r>
              <a:rPr lang="en-IN" dirty="0"/>
              <a:t>TEXT PREPROCESSING</a:t>
            </a:r>
          </a:p>
          <a:p>
            <a:pPr algn="ctr">
              <a:defRPr sz="1700" b="1">
                <a:solidFill>
                  <a:srgbClr val="0C3667"/>
                </a:solidFill>
              </a:defRPr>
            </a:pPr>
            <a:r>
              <a:rPr lang="en-IN" dirty="0"/>
              <a:t>      ↓</a:t>
            </a:r>
          </a:p>
          <a:p>
            <a:pPr algn="ctr">
              <a:defRPr sz="1700" b="1">
                <a:solidFill>
                  <a:srgbClr val="0C3667"/>
                </a:solidFill>
              </a:defRPr>
            </a:pPr>
            <a:r>
              <a:rPr lang="en-IN" dirty="0"/>
              <a:t>TF-IDF FEATURES</a:t>
            </a:r>
          </a:p>
          <a:p>
            <a:pPr algn="ctr">
              <a:defRPr sz="1700" b="1">
                <a:solidFill>
                  <a:srgbClr val="0C3667"/>
                </a:solidFill>
              </a:defRPr>
            </a:pPr>
            <a:r>
              <a:rPr lang="en-IN" dirty="0"/>
              <a:t>      ↓</a:t>
            </a:r>
          </a:p>
          <a:p>
            <a:pPr algn="ctr">
              <a:defRPr sz="1700" b="1">
                <a:solidFill>
                  <a:srgbClr val="0C3667"/>
                </a:solidFill>
              </a:defRPr>
            </a:pPr>
            <a:r>
              <a:rPr lang="en-IN" dirty="0"/>
              <a:t>ML MODEL</a:t>
            </a:r>
          </a:p>
          <a:p>
            <a:pPr algn="ctr">
              <a:defRPr sz="1700" b="1">
                <a:solidFill>
                  <a:srgbClr val="0C3667"/>
                </a:solidFill>
              </a:defRPr>
            </a:pPr>
            <a:r>
              <a:rPr lang="en-IN" dirty="0"/>
              <a:t>      ↓</a:t>
            </a:r>
          </a:p>
          <a:p>
            <a:pPr algn="ctr">
              <a:defRPr sz="1700" b="1">
                <a:solidFill>
                  <a:srgbClr val="0C3667"/>
                </a:solidFill>
              </a:defRPr>
            </a:pPr>
            <a:r>
              <a:rPr lang="en-IN" dirty="0"/>
              <a:t>FAKE / GENUINE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501699-FD4F-C0DA-BBD2-3C7C18F520E7}"/>
              </a:ext>
            </a:extLst>
          </p:cNvPr>
          <p:cNvSpPr txBox="1"/>
          <p:nvPr/>
        </p:nvSpPr>
        <p:spPr>
          <a:xfrm>
            <a:off x="782320" y="1073630"/>
            <a:ext cx="255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ABSTRACT</a:t>
            </a:r>
            <a:endParaRPr lang="en-IN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0D0479-1484-1BFB-C1B8-8DB3C0BD4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593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-1417320" y="-603505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5241" y="6011742"/>
            <a:ext cx="10180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1E2837"/>
                </a:solidFill>
              </a:defRPr>
            </a:pPr>
            <a:r>
              <a:rPr lang="en-US" dirty="0"/>
              <a:t>.</a:t>
            </a:r>
            <a:endParaRPr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36F3C63-EC95-3046-2665-E12DD492B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851"/>
            <a:ext cx="2217612" cy="10287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1FCD91-E705-9408-2002-38C59BB935E8}"/>
              </a:ext>
            </a:extLst>
          </p:cNvPr>
          <p:cNvSpPr txBox="1"/>
          <p:nvPr/>
        </p:nvSpPr>
        <p:spPr>
          <a:xfrm>
            <a:off x="463187" y="1333891"/>
            <a:ext cx="105531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PROBLEM</a:t>
            </a:r>
            <a:r>
              <a:rPr lang="en-IN" sz="3600" b="1" dirty="0"/>
              <a:t> </a:t>
            </a:r>
            <a:r>
              <a:rPr lang="en-IN" sz="3600" dirty="0"/>
              <a:t>STATEMENT</a:t>
            </a:r>
            <a:r>
              <a:rPr lang="en-IN" sz="3600" b="1" dirty="0"/>
              <a:t> </a:t>
            </a:r>
            <a:r>
              <a:rPr lang="en-IN" sz="3600" dirty="0"/>
              <a:t>&amp;</a:t>
            </a:r>
            <a:r>
              <a:rPr lang="en-IN" sz="3600" b="1" dirty="0"/>
              <a:t> </a:t>
            </a:r>
            <a:r>
              <a:rPr lang="en-IN" sz="3600" dirty="0"/>
              <a:t>MOTIVATION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B1F173-970C-299E-BA37-03893D69126A}"/>
              </a:ext>
            </a:extLst>
          </p:cNvPr>
          <p:cNvSpPr txBox="1"/>
          <p:nvPr/>
        </p:nvSpPr>
        <p:spPr>
          <a:xfrm>
            <a:off x="637359" y="1942822"/>
            <a:ext cx="1097280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Fake news is false or misleading information presented as news.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Online platforms enable news to spread rapidly.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Social media can increase the reach of misleading content.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Users may find it difficult to distinguish fake and genuine news.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Manual verification of large amounts of news is time-consuming.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Fake and genuine articles can use similar words and writing styles.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Traditional keyword-based approaches may not capture enough information.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An automated approach is needed to </a:t>
            </a:r>
            <a:r>
              <a:rPr lang="en-IN" sz="2000" dirty="0" err="1">
                <a:cs typeface="Times New Roman" panose="02020603050405020304" pitchFamily="18" charset="0"/>
              </a:rPr>
              <a:t>analyze</a:t>
            </a:r>
            <a:r>
              <a:rPr lang="en-IN" sz="2000" dirty="0">
                <a:cs typeface="Times New Roman" panose="02020603050405020304" pitchFamily="18" charset="0"/>
              </a:rPr>
              <a:t> large amounts of news text.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Machine learning can identify patterns from labelled news data.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This project focuses on classifying news as Fake or Genuine.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Textual features such as headlines and article body are used for prediction.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2000" dirty="0">
                <a:cs typeface="Times New Roman" panose="02020603050405020304" pitchFamily="18" charset="0"/>
              </a:rPr>
              <a:t>Linguistic cues alone cannot guarantee that a news claim is factually true</a:t>
            </a:r>
            <a:r>
              <a:rPr lang="en-IN" dirty="0"/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63880" y="2053600"/>
            <a:ext cx="10698480" cy="2808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Previous studies use machine learning for fake news detection.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NLP techniques are commonly applied to news text.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TF-IDF is widely used for text feature representation.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Logistic Regression has been used for text classification.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SVM and Naive Bayes are also common approaches.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Passive-Aggressive Classifier is useful for text classification.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LIAR is a commonly used dataset for research.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Text-based approaches have limitations in factual verification.</a:t>
            </a:r>
          </a:p>
          <a:p>
            <a:pPr>
              <a:spcAft>
                <a:spcPts val="1200"/>
              </a:spcAft>
              <a:defRPr sz="1650">
                <a:solidFill>
                  <a:srgbClr val="1E2837"/>
                </a:solidFill>
                <a:latin typeface="Aptos"/>
              </a:defRPr>
            </a:pP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84CC72E-86FB-C8AC-546C-EE4DF4098A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66B65D-1519-45E4-CE26-3C87FB15CD3A}"/>
              </a:ext>
            </a:extLst>
          </p:cNvPr>
          <p:cNvSpPr txBox="1"/>
          <p:nvPr/>
        </p:nvSpPr>
        <p:spPr>
          <a:xfrm>
            <a:off x="828675" y="1356528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LITERATURE SURVEY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272032" y="2223515"/>
            <a:ext cx="184731" cy="3154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50" b="1">
                <a:solidFill>
                  <a:srgbClr val="0C3667"/>
                </a:solidFill>
              </a:defRPr>
            </a:pP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272032" y="2564585"/>
            <a:ext cx="43281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837"/>
                </a:solidFill>
              </a:defRPr>
            </a:pPr>
            <a:endParaRPr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1F06351-65A8-37C9-4DA8-2A9C3A6A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94"/>
            <a:ext cx="2217612" cy="102878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3F27EC2-D237-0712-D04B-C4B484F9DA6C}"/>
              </a:ext>
            </a:extLst>
          </p:cNvPr>
          <p:cNvSpPr txBox="1"/>
          <p:nvPr/>
        </p:nvSpPr>
        <p:spPr>
          <a:xfrm>
            <a:off x="871728" y="1243936"/>
            <a:ext cx="2217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66556-24F8-AC74-07DD-51E46E789076}"/>
              </a:ext>
            </a:extLst>
          </p:cNvPr>
          <p:cNvSpPr txBox="1"/>
          <p:nvPr/>
        </p:nvSpPr>
        <p:spPr>
          <a:xfrm>
            <a:off x="386752" y="1256735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3600" dirty="0"/>
              <a:t>RESEARCH GAP IDENTIFIED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F2CE7A-F67C-27DF-D354-24FC272261D6}"/>
              </a:ext>
            </a:extLst>
          </p:cNvPr>
          <p:cNvSpPr txBox="1"/>
          <p:nvPr/>
        </p:nvSpPr>
        <p:spPr>
          <a:xfrm>
            <a:off x="478971" y="1997839"/>
            <a:ext cx="866911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Many approaches depend mainly on textual information.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Linguistic patterns do not always indicate factual truth.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Fake and genuine articles may share similar vocabulary.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Dataset characteristics can affect model performance.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Different preprocessing methods can produce different results.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Model evaluation is important for reliable comparison.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This project focuses on classical supervised ML methods.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The system treats detection as prediction, not complete fact-checking.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69109" y="1352006"/>
            <a:ext cx="8138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E2837"/>
                </a:solidFill>
                <a:latin typeface="Aptos"/>
              </a:defRPr>
            </a:pPr>
            <a:r>
              <a:rPr lang="en-IN" sz="3600" dirty="0">
                <a:solidFill>
                  <a:srgbClr val="1E2837"/>
                </a:solidFill>
              </a:rPr>
              <a:t>OBJECTIVES OF THE PROJECT</a:t>
            </a:r>
            <a:endParaRPr sz="3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ABD2D7-A500-222E-9C12-5DEBEBE04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DBA295-875D-11A3-71A5-3874DF3CD05B}"/>
              </a:ext>
            </a:extLst>
          </p:cNvPr>
          <p:cNvSpPr txBox="1"/>
          <p:nvPr/>
        </p:nvSpPr>
        <p:spPr>
          <a:xfrm>
            <a:off x="669109" y="2274838"/>
            <a:ext cx="847897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Develop a system for fake news detection.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Classify news as Fake or Genuine.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Collect and prepare suitable news datasets.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Clean and preprocess headline and body text.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Extract textual features using TF-IDF.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Train supervised ML classification models.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Compare models using evaluation metrics.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Study the limitations of text-based detection.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7DD63B-8F9C-6693-7E75-558DD06C4988}"/>
              </a:ext>
            </a:extLst>
          </p:cNvPr>
          <p:cNvSpPr txBox="1"/>
          <p:nvPr/>
        </p:nvSpPr>
        <p:spPr>
          <a:xfrm>
            <a:off x="4105275" y="2105168"/>
            <a:ext cx="60987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News Dataset</a:t>
            </a:r>
          </a:p>
          <a:p>
            <a:r>
              <a:rPr lang="en-IN" sz="2000" dirty="0"/>
              <a:t>     ↓</a:t>
            </a:r>
          </a:p>
          <a:p>
            <a:r>
              <a:rPr lang="en-IN" sz="2000" dirty="0"/>
              <a:t>Preprocessing</a:t>
            </a:r>
          </a:p>
          <a:p>
            <a:r>
              <a:rPr lang="en-IN" sz="2000" dirty="0"/>
              <a:t>     ↓</a:t>
            </a:r>
          </a:p>
          <a:p>
            <a:r>
              <a:rPr lang="en-IN" sz="2000" dirty="0"/>
              <a:t>TF-IDF</a:t>
            </a:r>
          </a:p>
          <a:p>
            <a:r>
              <a:rPr lang="en-IN" sz="2000" dirty="0"/>
              <a:t>     ↓</a:t>
            </a:r>
          </a:p>
          <a:p>
            <a:r>
              <a:rPr lang="en-IN" sz="2000" dirty="0"/>
              <a:t>Train/Test Split</a:t>
            </a:r>
          </a:p>
          <a:p>
            <a:r>
              <a:rPr lang="en-IN" sz="2000" dirty="0"/>
              <a:t>     ↓</a:t>
            </a:r>
          </a:p>
          <a:p>
            <a:r>
              <a:rPr lang="en-IN" sz="2000" dirty="0"/>
              <a:t>ML Models</a:t>
            </a:r>
          </a:p>
          <a:p>
            <a:r>
              <a:rPr lang="en-IN" sz="2000" dirty="0"/>
              <a:t>     ↓</a:t>
            </a:r>
          </a:p>
          <a:p>
            <a:r>
              <a:rPr lang="en-IN" sz="2000" dirty="0"/>
              <a:t>Evaluation</a:t>
            </a:r>
          </a:p>
          <a:p>
            <a:r>
              <a:rPr lang="en-IN" sz="2000" dirty="0"/>
              <a:t>     ↓</a:t>
            </a:r>
          </a:p>
          <a:p>
            <a:r>
              <a:rPr lang="en-IN" sz="2000" dirty="0"/>
              <a:t>Fake / Genuine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44DCD4-B2BE-15BB-06A6-72AA72EBD9BB}"/>
              </a:ext>
            </a:extLst>
          </p:cNvPr>
          <p:cNvSpPr txBox="1"/>
          <p:nvPr/>
        </p:nvSpPr>
        <p:spPr>
          <a:xfrm>
            <a:off x="415017" y="1139787"/>
            <a:ext cx="80649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PROPOSED SYSTEM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5F0E0B-B804-76FE-C1C8-51BE9FD7B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80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670F8E-4013-699E-67B7-FCE2C70704FC}"/>
              </a:ext>
            </a:extLst>
          </p:cNvPr>
          <p:cNvSpPr txBox="1"/>
          <p:nvPr/>
        </p:nvSpPr>
        <p:spPr>
          <a:xfrm>
            <a:off x="458561" y="1252249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METHODOLOGY &amp; MODULES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194C60-EBA5-5F70-4F2C-EEC07BBCF0A4}"/>
              </a:ext>
            </a:extLst>
          </p:cNvPr>
          <p:cNvSpPr txBox="1"/>
          <p:nvPr/>
        </p:nvSpPr>
        <p:spPr>
          <a:xfrm>
            <a:off x="261257" y="2136339"/>
            <a:ext cx="88868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Data Collection</a:t>
            </a:r>
            <a:r>
              <a:rPr lang="en-IN" sz="2000" dirty="0"/>
              <a:t> – Obtain labelled news datasets.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Data Preprocessing</a:t>
            </a:r>
            <a:r>
              <a:rPr lang="en-IN" sz="2000" dirty="0"/>
              <a:t> – Clean and prepare the text.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Feature Engineering</a:t>
            </a:r>
            <a:r>
              <a:rPr lang="en-IN" sz="2000" dirty="0"/>
              <a:t> – Generate TF-IDF features.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Model Training</a:t>
            </a:r>
            <a:r>
              <a:rPr lang="en-IN" sz="2000" dirty="0"/>
              <a:t> – Train supervised classification models.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Model Validation</a:t>
            </a:r>
            <a:r>
              <a:rPr lang="en-IN" sz="2000" dirty="0"/>
              <a:t> – Check model performance on unseen data.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Model Evaluation</a:t>
            </a:r>
            <a:r>
              <a:rPr lang="en-IN" sz="2000" dirty="0"/>
              <a:t> – Calculate classification metrics.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Model Selection</a:t>
            </a:r>
            <a:r>
              <a:rPr lang="en-IN" sz="2000" dirty="0"/>
              <a:t> – Compare model performance.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000" b="1" dirty="0"/>
              <a:t>Prediction</a:t>
            </a:r>
            <a:r>
              <a:rPr lang="en-IN" sz="2000" dirty="0"/>
              <a:t> – Classify new articles as Fake or Genuine.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D48E78-BD04-A5CE-69BE-418FAC325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81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8164F6-973F-76DD-AB61-A4F95B506C48}"/>
              </a:ext>
            </a:extLst>
          </p:cNvPr>
          <p:cNvSpPr txBox="1"/>
          <p:nvPr/>
        </p:nvSpPr>
        <p:spPr>
          <a:xfrm>
            <a:off x="338818" y="1274019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TOOLS AND TECHNOLOGIES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E47A5A-2C42-7AFF-FA2A-67217B27142D}"/>
              </a:ext>
            </a:extLst>
          </p:cNvPr>
          <p:cNvSpPr txBox="1"/>
          <p:nvPr/>
        </p:nvSpPr>
        <p:spPr>
          <a:xfrm>
            <a:off x="609600" y="2207443"/>
            <a:ext cx="853576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Python</a:t>
            </a:r>
            <a:r>
              <a:rPr lang="en-IN" sz="2000" dirty="0"/>
              <a:t> – Main programming language.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Pandas</a:t>
            </a:r>
            <a:r>
              <a:rPr lang="en-IN" sz="2000" dirty="0"/>
              <a:t> – Data loading and manipulation.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NumPy</a:t>
            </a:r>
            <a:r>
              <a:rPr lang="en-IN" sz="2000" dirty="0"/>
              <a:t> – Numerical operations.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Scikit-learn</a:t>
            </a:r>
            <a:r>
              <a:rPr lang="en-IN" sz="2000" dirty="0"/>
              <a:t> – Machine learning algorithms.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NLTK</a:t>
            </a:r>
            <a:r>
              <a:rPr lang="en-IN" sz="2000" dirty="0"/>
              <a:t> – Text preprocessing.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Matplotlib</a:t>
            </a:r>
            <a:r>
              <a:rPr lang="en-IN" sz="2000" dirty="0"/>
              <a:t> – Data visualization.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Seaborn</a:t>
            </a:r>
            <a:r>
              <a:rPr lang="en-IN" sz="2000" dirty="0"/>
              <a:t> – Statistical visualization.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b="1" dirty="0"/>
              <a:t>Google </a:t>
            </a:r>
            <a:r>
              <a:rPr lang="en-IN" sz="2000" b="1" dirty="0" err="1"/>
              <a:t>Colab</a:t>
            </a:r>
            <a:r>
              <a:rPr lang="en-IN" sz="2000" b="1" dirty="0"/>
              <a:t> / Jupyter / VS Code</a:t>
            </a:r>
            <a:r>
              <a:rPr lang="en-IN" sz="2000" dirty="0"/>
              <a:t> – Development environment. </a:t>
            </a:r>
          </a:p>
          <a:p>
            <a:pPr>
              <a:buNone/>
            </a:pPr>
            <a:r>
              <a:rPr lang="en-IN" sz="2000" b="1" dirty="0"/>
              <a:t>Datasets:</a:t>
            </a:r>
            <a:r>
              <a:rPr lang="en-IN" sz="2000" dirty="0"/>
              <a:t> Kaggle Fake News and LIAR</a:t>
            </a:r>
          </a:p>
          <a:p>
            <a:pPr>
              <a:buNone/>
            </a:pPr>
            <a:r>
              <a:rPr lang="en-IN" sz="2000" b="1" dirty="0"/>
              <a:t>Techniques:</a:t>
            </a:r>
            <a:r>
              <a:rPr lang="en-IN" sz="2000" dirty="0"/>
              <a:t> TF-IDF, Logistic Regression, Passive-Aggressive Classifier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FBFF36-19E4-5DCE-C669-48C3D2CD9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727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EC59C9-07FC-E51F-EF7B-FD3CD24668CD}"/>
              </a:ext>
            </a:extLst>
          </p:cNvPr>
          <p:cNvSpPr txBox="1"/>
          <p:nvPr/>
        </p:nvSpPr>
        <p:spPr>
          <a:xfrm>
            <a:off x="436789" y="2379347"/>
            <a:ext cx="100352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Develop a working fake news classification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Classify articles as Fake or Genuine.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Convert text into features using TF-IDF.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Apply classical supervised ML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Compare model performance using standard metrics.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Identify the strengths and limitations of the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Demonstrate the ML lifecycle from data to prediction.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Recognize that text-based prediction is not complete fact verification.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454F07-2A2B-2C72-D239-AE864F2C9132}"/>
              </a:ext>
            </a:extLst>
          </p:cNvPr>
          <p:cNvSpPr txBox="1"/>
          <p:nvPr/>
        </p:nvSpPr>
        <p:spPr>
          <a:xfrm>
            <a:off x="436788" y="1339334"/>
            <a:ext cx="90120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EXPECTED OUTCOME &amp; CONCLUSION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91AE5C-294F-AD60-CA93-CED53B304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51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14400" y="20574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0C3667"/>
                </a:solidFill>
                <a:latin typeface="Aptos Display"/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8783" y="3337560"/>
            <a:ext cx="346396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195BA0"/>
                </a:solidFill>
              </a:defRPr>
            </a:pPr>
            <a:r>
              <a:rPr lang="en-IN" dirty="0"/>
              <a:t>Fake News Detection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251960"/>
            <a:ext cx="8503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>
                <a:solidFill>
                  <a:srgbClr val="1E2837"/>
                </a:solidFill>
              </a:defRPr>
            </a:pPr>
            <a:r>
              <a:t>Machine Learning Project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6271D4-6F43-A6C0-DED8-3F0375F0C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17612" cy="10287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841</Words>
  <Application>Microsoft Office PowerPoint</Application>
  <PresentationFormat>Widescreen</PresentationFormat>
  <Paragraphs>118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sudeshna Tathireddy</dc:creator>
  <cp:keywords/>
  <dc:description>generated using python-pptx</dc:description>
  <cp:lastModifiedBy>sudeshna Tathireddy</cp:lastModifiedBy>
  <cp:revision>3</cp:revision>
  <cp:lastPrinted>2026-09-25T12:23:50Z</cp:lastPrinted>
  <dcterms:created xsi:type="dcterms:W3CDTF">2013-01-27T09:14:16Z</dcterms:created>
  <dcterms:modified xsi:type="dcterms:W3CDTF">2026-09-26T06:18:41Z</dcterms:modified>
  <cp:category/>
</cp:coreProperties>
</file>